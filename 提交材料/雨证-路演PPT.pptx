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【开场，别急】各位评委好，我们是神麻。今天我不打算先讲条款和技术，我想先讲一个人 —— 一个很具体的人。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武汉，凌晨五点，暴雨橙色预警。他还是出门了 —— 因为当天不出勤，就没有收入。跑了一天，收入少了三成。他不知道该找谁赔。【停半秒】这不是一个故事，这是每天。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他不需要同情，他需要的是一份真的能赔的保险。但市面上几乎没有这个险种。为什么？原因不在条款里。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一单赔几十块，但查勘一次的成本和赔款是同一个量级。再叠上报案、查勘、核赔，周期以周计。对一个「当天断了收入」的人，这笔账算不过来。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【停两秒，再开口】如果，我们根本不问他有没有损失呢？因为我们要保的那件事，本来就不需要他自己证明。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我们的规则只有一句话：保单期内，这个区域累计降水的增量超过 50 毫米，赔付 0.01 ETH。阈值、赔付额写在合约里，是 constant —— 部署之后连我们自己都改不了。保费不一样，它是承保价，可调，但每次改动都要在链上留一条记录和依据哈希。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投保、喂价、AI 判定、触发、赔付，五步。每一步都在链上留一条事件。这里要讲清楚一件事：合约本身没有「自动」触发机制 —— claim 权限是开放的，任何人可触发，钱只会进保单里登记的骑手地址。我们只是替自己跑了个 keeper 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【切到演示页，30 秒】这是我们线上正在跑的页面，直连节点。我现在把区域从武汉拨到广州 —— 看这条刻度，已经越过触发线。再看这份保单：#0，上海，34 毫米，AI 判定 DENY，置信度 95。这条保单不会赔一分钱。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为什么我特意把这条「不赔」的保单端给你看？因为如果我们的系统今天愿意为了演示赔一次，你就有理由怀疑它明天会不会为了别的原因赔一次。【停一秒】它没有为了演示而撒谎。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写数的预言机是单一运营方，它写什么链上就信什么。所以 AI 的第一件事，是给这个数当门禁。同时取三个独立的气象模型交叉核验。今天下午它真的拒收过一次：广州三个模型差了 45 毫米，判定分歧，调 rejectFeed 留证 —— 链上那个累计值一动没动。闸门不是橡皮图章。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第二件事是复核。规则是确定性的五条 R1–R5，最值钱的一条是 R2：链上官方数字和三个模型的中位数背离超过 60%，直接判不赔。大模型只写人话解释，而且解释不参与哈希 —— 同一份快照重跑，输出哈希逐字节一致。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第三件事是定价。我们用 11 年、五座城市、逐小时的真实降雨算触发概率。10 倍杠杆的保本线是 10%：北京 2.27、成都 3.72、武汉 4.76，都在线内；广州 11.57%，越线 —— 所以链上广州单独加了价。这就是精算带来的定价权。不要说「广州一定亏」，讲区间。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more thing。我们做了个钩子：链上一落保单，AI 就自动对这份保单做一次独立复核，五项检查，全部写成可复算的哈希。两条链已经留了 8 份。它不碰链上状态 —— 这是刻意的。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边摆在一起看。传统方案：定损靠报案和查勘，成本与赔款同量级，到账以周计，谁触发由理赔员决定。雨证：定损是链上读一个数，到账在判定上链之后，触发权限开放，全流程可核验。这就是「定损成本降到接近零」的意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算完分档价格之后，我们发现一件更有意思的事：把风险折算成公平保费，五座城市、三档期限，全部低于我们设的保费地板。也就是说，定价的瓶颈不是风险，而是每笔上链的固定成本，大约 2.5e-4 ETH。这句话的另一面是好消息：链上成本降一个量级，这个产品就能便宜一个量级。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这一页是我们全部参数，全部从链上读出来，不是宣传材料。两条链分开说：Sepolia 是演示基线，BOT Chain 968 是承保层。地址一样，但是两个合约 —— 这一点我们从不混着讲。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【收尾，慢一点】雨是数据，判定是代码，打款是自动的。规则和证据都在链上，你自己验。谢谢。注意：紧接着必须补一句 —— 合约没有自动触发机制，claim 权限开放、任何人可触发，钱只进保单登记的骑手地址。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这一页留给问答：评委问到我们做不到的地方，答案就在这里。数字都可以当场复算。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720000">
            <a:off x="471830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720000">
            <a:off x="528523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720000">
            <a:off x="585216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720000">
            <a:off x="641908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720000">
            <a:off x="698601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720000">
            <a:off x="755294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05156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汉客松 S1 &amp; ETH Wuhan 2026 · BOT Chain 赛道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600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如果一场雨，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能让一个骑手白干一天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661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那他不该只能认命。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雨证 · RainProof —— 可验证的 AI 参数化配送险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7200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https://juice-butterfly.github.io/rainproof/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github.com/juice-butterfly/rainproof     队伍 神麻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 月 8 日 · 武汉 · 凌晨五点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他还是出门了。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9509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暴雨橙色预警。他穿上雨衣，骑上车，跑了 12 个小时。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当天不出勤，就没有收入。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这一场雨，让他今天的收入少了三成 —— 而他不知道该找谁赔。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外卖骑手是千万级的群体，而「暴雨断收入」这件事，几乎不在任何保单的保障范围里。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他不需要同情。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他需要一份真的能赔的保险。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20624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但市面上几乎没有这个险种 —— 而这个「几乎没有」，原因并不在条款里。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一笔账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因为定损的成本，比赔款还高。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几十元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一单赔款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同量级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查勘一次的成本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以周计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报案 → 查勘 → 核赔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所以不是没人想保 —— 是这笔账算不过来。这一层不解决，条款写得再漂亮也落不了地。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如果，我们根本不问他有没有损失呢？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方案：参数化保险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只问一个问题：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保单期内，这个区域下了多少雨。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B82F6"/>
                </a:solidFill>
                <a:latin typeface="微软雅黑"/>
                <a:ea typeface="微软雅黑"/>
                <a:cs typeface="微软雅黑"/>
              </a:rPr>
              <a:t>50 mm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触发阈值 · 写在合约里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0.01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每笔赔付 · 写在合约里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24 / 48 / 72 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保障期三档 · v2 才分档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阈值与赔付额是 constant —— 部署之后，连我们自己都改不了。保费是可调的承保价，每次改动都在链上留一条依据哈希。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一次赔付，五步走完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845807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9264" y="1517904"/>
            <a:ext cx="1553199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① 投保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链上记下雨量快照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32775" y="1828800"/>
            <a:ext cx="201168" cy="18288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97951" y="1371600"/>
            <a:ext cx="1845807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4255" y="1517904"/>
            <a:ext cx="1553199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② 喂价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两层闸门，三模型交叉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07766" y="1828800"/>
            <a:ext cx="201168" cy="18288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72942" y="1371600"/>
            <a:ext cx="1845807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19246" y="1517904"/>
            <a:ext cx="1553199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③ AI 判定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R1–R5 规则，哈希上链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2757" y="1828800"/>
            <a:ext cx="201168" cy="18288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47933" y="1371600"/>
            <a:ext cx="1845807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4237" y="1517904"/>
            <a:ext cx="1553199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④ 触发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claim 权限开放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57748" y="1828800"/>
            <a:ext cx="201168" cy="18288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22924" y="1371600"/>
            <a:ext cx="1845807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9228" y="1517904"/>
            <a:ext cx="1553199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⑤ 赔付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只进保单登记地址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每一步都在链上留一条事件。</a:t>
            </a: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PolicyBought / RainfallUpdated / JudgementSubmitted / ClaimPaid。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3200400"/>
            <a:ext cx="4142232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401568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一句必须说清楚的话</a:t>
            </a:r>
          </a:p>
          <a:p>
            <a:pPr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合约没有自动触发机制：claim 权限开放，任何人可触发，钱只进保单登记的骑手地址。我们只是替自己跑了个 keeper。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现在，用真实数据跑一遍</a:t>
            </a:r>
          </a:p>
        </p:txBody>
      </p:sp>
      <p:pic>
        <p:nvPicPr>
          <p:cNvPr id="3" name="Picture 2" descr="演示页-2026-1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6949440" cy="42468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22960" y="1234440"/>
            <a:ext cx="6949440" cy="4251960"/>
          </a:xfrm>
          <a:prstGeom prst="rect">
            <a:avLst/>
          </a:prstGeom>
          <a:noFill/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92440" y="132588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① 拨一下区域。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→ 广州：看这条刻度越过触发线。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② 读保单 #0。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上海、34mm、判定 DENY、置信度 95。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③ 粘一个哈希。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进核验台，直接向节点要原始记录。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线上页面直连 Sepolia 节点，没有服务器、没有区块浏览器、没有缓存。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这不是失败。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这是它没有为了演示而撒谎。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14800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保单 #0 · 上海 · 34mm → DENY · 置信度 95 · 交易 0x867ad825…c20ba0（真实链上数据，不是预录）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第一件事 · 喂价门禁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让写进链上的那个数，值得信。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64008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三个独立预报模型交叉核验。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ECMWF / GFS / ICON 各算一遍；多数对不上，就不写进链。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今天下午，它真的拒收过一次。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广州三个模型 42.4 / 56.5 / 88.2mm，差 45.8mm ≫ 容差 11.3mm → 判 diverge，调 rejectFeed 留证。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链上那个数，一动没动。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累计值仍是 50mm —— 拒收本身也是一个上链动作。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交易 0x9e3f4b1c5fe9c0de74aa5dea420a45f99562bfd2d27cc2d0820679e6b6844a9f · 区块 11,860,989 · FeedRejected(region 4, confidence 40, sources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第二件事 · 判定复核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链上的数字，和三个模型背离超过 60%，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就不赔。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6583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R1–R5 是确定性规则，不是大模型随口说。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最值钱的一条是 R2：偏离超过 60% 直接判 DENY。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大模型只写人话解释，解释不进哈希。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换一份快照，inputHash 必然变。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同一份快照重跑，outputHash 逐字节一致。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check-ai.js 会当场验给你看。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真实数据案例：上海 34mm → DENY 95；注入模拟的成都 120mm → PAY，模拟标记写进证据哈希。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第三件事 · 承保定价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11 年 · 五座城市 · 每小时的雨，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算出一个价格。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10%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保本线（10 倍杠杆）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8691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1571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2.27%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北京 · 安全</a:t>
            </a:r>
          </a:p>
        </p:txBody>
      </p:sp>
      <p:sp>
        <p:nvSpPr>
          <p:cNvPr id="8" name="Rectangle 7"/>
          <p:cNvSpPr/>
          <p:nvPr/>
        </p:nvSpPr>
        <p:spPr>
          <a:xfrm>
            <a:off x="5114422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7302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3.72%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成都 · 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153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43033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4.76%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· 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05884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88764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11.57%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 · 越线 → 加价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触发概率低于 10% 才保本；广州 95% 区间 9.35%–13.88%，所以链上单独加价（0.0020 RISK_LOADED）。这是精算给产品的定价权。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链上一落保单，AI 就自己做一次独立复核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PolicyBought 一触发，五项检查跑一遍。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窗口是否在 24/48/72 内 · 基线单调 · 喂价新鲜度 ≤ 24h · 三模型是否认这份形势 · 与中位数背离 ≤ 60%。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reviewHash = keccak256(canonical(review))。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进哈希的链上值全部取自投保所在区块，喂价窗口写死 —— 换个扫描窗口重跑，哈希不变。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它不碰链上状态。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不改、不阻断、也不代替判定 —— 这是一条证据链，不是第四个执行者。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8 份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两条链已留痕（Sepolia 2 / BOT 6）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7287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19 项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喂价闸门 + 承保复核断言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传统方案 vs 雨证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423160"/>
          <a:ext cx="10451592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06240"/>
                <a:gridCol w="4873752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传统骑手天气险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雨证 RainProof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定损依据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报案 + 查勘 + 核赔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保单期内该区域降水增量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定损成本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与赔款同量级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一次链上读，约 2.5e-4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到账周期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以周计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判定上链之后当场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谁来触发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理赔员决定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claim 权限开放，任何人可触发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可核验性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内部系统，事后无法复算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事件、哈希、留痕全在链上，第三方可复算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覆盖人群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风控筛掉高风险城市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参数化定价，高风险城市可保（加价）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「把定损成本降到接近零」，说的就是从第一行到第二行的这个变化。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但我们发现了更重要的一件事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决定价格的，不是风险，是成本。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≈ 2.5e-4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每笔上链的固定成本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0167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9.08e-6 ~ 1.236e-4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分档后的公平保费（全部低于地板）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五座城市 × 三档期限，风险折算出来的价格全都低于保费地板 —— 定价的瓶颈不是风险，而是那一笔固定成本。反过来说：链上的成本降一个量级，这个产品的价格就能降一个量级。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一页读完全部参数（全部读链，不是宣传材料）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25880"/>
          <a:ext cx="10451592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3867912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出处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每笔赔付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0.01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constant，部署后不可改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触发阈值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mm / 24h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constant；v2 按 GB/T 28592-2012 分三档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保障期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 / 48 / 72 小时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A1，合约 require 限定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0.0002（地板）~ 0.0020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链上 premiumGrid + MIN_PREMIUM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单骑手上限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笔 / 0.02 ETH 在保敞口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A3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准备金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reserveOf() = max(reserve, openExposure)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A6，自动下限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白名单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默认关闭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A8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两条链：Sepolia 11155111 是 v1 演示基线（真实数据 DENY 在这里）；BOT Chain 968 是 v2 承保层（九项改动，彩排 25 项断言全绿）。地址同为 0x89e7C942535930B61cB61631051E8b0bD670596a —— 同一个地址在两条链上是两个合约，绝不混写。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雨是数据。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判定是代码。打款是自动的。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976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规则和证据都在链上，你自己验。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演示页  https://juice-butterfly.github.io/rainproof/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源码    github.com/juice-butterfly/rainproof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核验    单文件核验台 · 两条链 · 8 份可复算的 AI 留痕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被追问时的落点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我们没做到的，和你可以当场验的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不判断骑手有没有真的受损。</a:t>
            </a: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需要平台订单数据，我们拿不到。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预言机目前是单一运营方。</a:t>
            </a: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AI 是第二个独立意见，不是替代它。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准备金分版本说。</a:t>
            </a: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v1 守卫已实现，但 reserve 手工、当前为 0；v2 已自动化。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短档（&lt; 24h）在 L1 上不成立。</a:t>
            </a: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6h 档公平保费比它那笔手续费还便宜 51 倍 —— 所以只卖 24/48/72。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演示值一律标注来源。</a:t>
            </a: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成都 120mm 是注入的模拟暴雨，标记写进证据哈希。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37960" y="2286000"/>
            <a:ext cx="4828032" cy="30175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2468880"/>
            <a:ext cx="4297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当场可复算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cd 07-测试工具 &amp;&amp; npm test —— 五套 232 项断言（8 + 29 + 21 + 73 + 101）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check-feed-verify.js —— 喂价闸门 12 项 + 承保复核 7 项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push-rainfall.js 4 —— 真跑一遍喂价，走闸门、必要时拒收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09-AI判定留痕/ —— 8 份 JSON，哈希可当场重算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
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【开场，别急】各位评委好，我们是神麻。今天我不打算先讲条款和技术，我想先讲一个人 —— 一个很具体的人。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武汉，凌晨五点，暴雨橙色预警。他还是出门了 —— 因为当天不出勤，就没有收入。跑了一天，收入少了三成。他不知道该找谁赔。【停半秒】这不是一个故事，这是每天。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他不需要同情，他需要的是一份真的能赔的保险。但市面上几乎没有这个险种。为什么？原因不在条款里。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一单赔几十块，但查勘一次的成本和赔款是同一个量级。再叠上报案、查勘、核赔，周期以周计。对一个「当天断了收入」的人，这笔账算不过来。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【停两秒，再开口】如果，我们根本不问他有没有损失呢？因为我们要保的那件事，本来就不需要他自己证明。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我们的规则只有一句话：保单期内，这个区域累计降水的增量超过 50 毫米，赔付 0.01 ETH。阈值、赔付额写在合约里，是 constant —— 部署之后连我们自己都改不了。保费不一样，它是承保价，可调，但每次改动都要在链上留一条记录和依据哈希。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投保、喂价、AI 判定、触发、赔付，五步。每一步都在链上留一条事件。这里要讲清楚一件事：合约本身没有「自动」触发机制 —— claim 权限是开放的，任何人可触发，钱只会进保单里登记的骑手地址。我们只是替自己跑了个 keeper 而已。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【切到演示页，30 秒】这是我们线上正在跑的页面，直连节点。我现在把区域从武汉拨到广州 —— 看这条刻度，已经越过触发线。再看这份保单：#0，上海，34 毫米，AI 判定 DENY，置信度 95。这条保单不会赔一分钱。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为什么我特意把这条「不赔」的保单端给你看？因为如果我们的系统今天愿意为了演示赔一次，你就有理由怀疑它明天会不会为了别的原因赔一次。【停一秒】它没有为了演示而撒谎。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写数的预言机是单一运营方，它写什么链上就信什么。所以 AI 的第一件事，是给这个数当门禁。同时取三个独立的气象模型交叉核验。今天下午它真的拒收过一次：广州三个模型差了 45 毫米，判定分歧，调 rejectFeed 留证 —— 链上那个累计值一动没动。闸门不是橡皮图章。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第二件事是复核。规则是确定性的五条 R1–R5，最值钱的一条是 R2：链上官方数字和三个模型的中位数背离超过 60%，直接判不赔。大模型只写人话解释，而且解释不参与哈希 —— 同一份快照重跑，输出哈希逐字节一致。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第三件事是定价。我们用 11 年、五座城市、逐小时的真实降雨算触发概率。10 倍杠杆的保本线是 10%：北京 2.27、成都 3.72、武汉 4.76，都在线内；广州 11.57%，越线 —— 所以链上广州单独加了价。这就是精算带来的定价权。不要说「广州一定亏」，讲区间。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more thing。我们做了个钩子：链上一落保单，AI 就自动对这份保单做一次独立复核，五项检查，全部写成可复算的哈希。两条链已经留了 8 份。它不碰链上状态 —— 这是刻意的。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两边摆在一起看。传统方案：定损靠报案和查勘，成本与赔款同量级，到账以周计，谁触发由理赔员决定。雨证：定损是链上读一个数，到账在判定上链之后，触发权限开放，全流程可核验。这就是「定损成本降到接近零」的意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算完分档价格之后，我们发现一件更有意思的事：把风险折算成公平保费，五座城市、三档期限，全部低于我们设的保费地板。也就是说，定价的瓶颈不是风险，而是每笔上链的固定成本，大约 2.5e-4 ETH。这句话的另一面是好消息：链上成本降一个量级，这个产品就能便宜一个量级。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【收尾，慢一点】雨是数据，判定是代码，打款是自动的。规则和证据都在链上，你自己验。谢谢。注意：紧接着必须补一句 —— 合约没有自动触发机制，claim 权限开放、任何人可触发，钱只进保单登记的骑手地址。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为什么没人做？第一，定损成本比赔款还高；第二，骑手的收入损失根本核不了；第三，知道要下雨才来买。这三条都是成本与激励结构问题。第四，身份和凭据不稳定 —— 那要靠商务落地，所以我们先解决前三层。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为谁做的？平台上的众包骑手：336 万月均有单骑手，按单计酬，不出勤就是零收入。雨天配送的事故率大约是平时的 6.8 倍。但现有的意外险只保人身伤害，不保收入中断。所以我们要保的是「这场雨让他没法接单」—— 而这恰好是一个只靠公开数据就能判定的问题。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技术上分五层：外部数据、AI 判定、共识与结算、自动化与证据、产品前端。三条硬规则：数据来源单一化；哈希是唯一的跨层契约；写链操作只有一个出口。一句话 —— 接缝是哈希，不是模型。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三笔证据。第一笔：上海 34 毫米，真实数据，判定不赔，置信 95 —— 这是我们的诚实基线。第二笔：成都，注入的模拟暴雨，赔付 0.01 ETH，模拟标记写进了证据哈希。第三笔要说清楚：它跑在本地回放链上，用的是武汉 2024 年 6 月那场真实暴雨的公开数据，230 毫米，判定赔付。我们不把它说成链上交易。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 里我们把「一口价」改成国标三档：暴雨 50 毫米赔一半，大暴雨赔四分之三，特大暴雨全赔。72 小时窗口下，二、三档要 300 和 750 毫米 —— 五城 11 年实测几乎不触发，所以演示和历史回放都落在第一档。门槛写死在合约里，敞口按档计入准备金。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商业模式一句话：骑手不付钱。付钱的是有合规压力和舆情压力的一方 —— 平台或者众包服务商。它做一次决策就能覆盖成千上万个骑手，边际获客成本接近零。保险公司是第二阶段。放大路径四条：区域分散、动态定价、再保险、扩品类 —— 后三个险种用的是同一套骨架。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这一页是我们全部参数，全部从链上读出来，不是宣传材料。两条链分开说：演示页读的是 BOT Chain 968 上的 v2，Sepolia 上是第一阶段的 v1 留痕。地址一样，但是两个合约 —— 这一点我们从不混着讲。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后续四阶段：国标分档已经落地在 v2；防逆选择是下一步；身份认定需要商务落地；险种活化要等验证。v2 九项已经部署到 BOT Chain 测试网 968，e2e_v2 101 项断言全绿，真链彩排 25 项全过。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这一页是留给我们自己挨问的：六条边界，每条都写清楚「现在是什么样」和「怎么处置」。我们不打算把任何一条说成已经解决了。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这一页留给问答：评委问到我们做不到的地方，答案就在这里。数字都可以当场复算。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720000">
            <a:off x="182880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720000">
            <a:off x="749808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720000">
            <a:off x="1316736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720000">
            <a:off x="1883664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720000">
            <a:off x="2450592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">
            <a:off x="3017520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720000">
            <a:off x="3584448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720000">
            <a:off x="4151376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720000">
            <a:off x="4718304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720000">
            <a:off x="5285232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720000">
            <a:off x="5852160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720000">
            <a:off x="6419088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720000">
            <a:off x="6986016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720000">
            <a:off x="7552944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051560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汉客松 S1 &amp; ETH Wuhan 2026 · BOT Chain 赛道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60020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如果一场雨，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40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能让一个骑手白干一天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6616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那他不该只能认命。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雨证 · RainProof —— 可验证的 AI 参数化配送险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把「你信不信我」换成「你自己验」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572000"/>
            <a:ext cx="29260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FB0FF"/>
                </a:solidFill>
                <a:latin typeface="微软雅黑"/>
                <a:ea typeface="微软雅黑"/>
                <a:cs typeface="微软雅黑"/>
              </a:rPr>
              <a:t>https://juice-butterfly.github.io/rainproof/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github.com/juice-butterfly/rainproof     队伍 神麻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720000">
            <a:off x="182880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720000">
            <a:off x="749808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720000">
            <a:off x="1316736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720000">
            <a:off x="1883664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720000">
            <a:off x="2450592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">
            <a:off x="3017520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720000">
            <a:off x="3584448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720000">
            <a:off x="4151376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10 月 8 日 · 武汉 · 凌晨五点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1732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他还是出门了。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9509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暴雨橙色预警。他穿上雨衣，骑上车，跑了 12 个小时。</a:t>
            </a:r>
          </a:p>
          <a:p>
            <a:pPr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</a:pPr>
            <a:r>
              <a:rPr sz="18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当天不出勤，就没有收入。</a:t>
            </a:r>
          </a:p>
          <a:p>
            <a:pPr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</a:pPr>
            <a:r>
              <a:rPr sz="18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这一场雨，让他今天的收入少了三成 —— 而他不知道该找谁赔。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外卖骑手是千万级的群体，而「暴雨断收入」这件事，几乎不在任何保单的保障范围里。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他不需要同情。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0"/>
              </a:spcAft>
            </a:pPr>
            <a:r>
              <a:rPr sz="33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他需要一份真的能赔的保险。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206240"/>
            <a:ext cx="29260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但市面上几乎没有这个险种 —— 而这个「几乎没有」，原因并不在条款里。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一笔账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因为定损的成本，比赔款还高。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06040"/>
            <a:ext cx="3393338" cy="137160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807208"/>
            <a:ext cx="302757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几十元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一单赔款</a:t>
            </a:r>
          </a:p>
        </p:txBody>
      </p:sp>
      <p:sp>
        <p:nvSpPr>
          <p:cNvPr id="6" name="Rectangle 5"/>
          <p:cNvSpPr/>
          <p:nvPr/>
        </p:nvSpPr>
        <p:spPr>
          <a:xfrm>
            <a:off x="4399178" y="2606040"/>
            <a:ext cx="3393338" cy="137160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2058" y="2807208"/>
            <a:ext cx="302757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0836F"/>
                </a:solidFill>
                <a:latin typeface="微软雅黑"/>
                <a:ea typeface="微软雅黑"/>
                <a:cs typeface="微软雅黑"/>
              </a:rPr>
              <a:t>同量级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查勘一次的成本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5396" y="2606040"/>
            <a:ext cx="3393338" cy="137160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8276" y="2807208"/>
            <a:ext cx="302757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以周计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报案 → 查勘 → 核赔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所以不是没人想保 —— 是这笔账算不过来。这一层不解决，条款写得再漂亮也落不了地。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如果，我们根本不问他有没有损失呢？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方案：参数化保险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只问一个问题：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27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保单期内，这个区域下了多少雨。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63240"/>
            <a:ext cx="3393338" cy="128016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264408"/>
            <a:ext cx="302757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B82F6"/>
                </a:solidFill>
                <a:latin typeface="微软雅黑"/>
                <a:ea typeface="微软雅黑"/>
                <a:cs typeface="微软雅黑"/>
              </a:rPr>
              <a:t>50 mm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触发阈值 · 写在合约里</a:t>
            </a:r>
          </a:p>
        </p:txBody>
      </p:sp>
      <p:sp>
        <p:nvSpPr>
          <p:cNvPr id="6" name="Rectangle 5"/>
          <p:cNvSpPr/>
          <p:nvPr/>
        </p:nvSpPr>
        <p:spPr>
          <a:xfrm>
            <a:off x="4399178" y="3063240"/>
            <a:ext cx="3393338" cy="128016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2058" y="3264408"/>
            <a:ext cx="302757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0.01 ETH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每笔赔付 · 写在合约里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5396" y="3063240"/>
            <a:ext cx="3393338" cy="128016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8276" y="3264408"/>
            <a:ext cx="302757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FD9A5"/>
                </a:solidFill>
                <a:latin typeface="微软雅黑"/>
                <a:ea typeface="微软雅黑"/>
                <a:cs typeface="微软雅黑"/>
              </a:rPr>
              <a:t>24 / 48 / 72 h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保障期三档 · v2 才分档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阈值与赔付额是 constant —— 部署之后，连我们自己都改不了。保费是可调的承保价，每次改动都在链上留一条依据哈希。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一次赔付，五步走完</a:t>
            </a:r>
          </a:p>
        </p:txBody>
      </p:sp>
      <p:pic>
        <p:nvPicPr>
          <p:cNvPr id="3" name="Picture 2" descr="链路五步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45775" cy="2784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4526280"/>
            <a:ext cx="6035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每一步都在链上留一条事件。</a:t>
            </a:r>
            <a:r>
              <a:rPr sz="14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PolicyBought / RainfallUpdated / JudgementSubmitted / ClaimPaid。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4434840"/>
            <a:ext cx="4142232" cy="146304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4636008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一句必须说清楚的话</a:t>
            </a:r>
          </a:p>
          <a:p>
            <a:pPr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合约没有自动触发机制：claim 权限开放，任何人可触发，钱只进保单登记的骑手地址。我们只是替自己跑了个 keeper。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现在，用真实数据跑一遍</a:t>
            </a:r>
          </a:p>
        </p:txBody>
      </p:sp>
      <p:pic>
        <p:nvPicPr>
          <p:cNvPr id="3" name="Picture 2" descr="演示页-968-视口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6949440" cy="4246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22960" y="1234440"/>
            <a:ext cx="6949440" cy="4251960"/>
          </a:xfrm>
          <a:prstGeom prst="rect">
            <a:avLst/>
          </a:prstGeom>
          <a:noFill/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92440" y="1325880"/>
            <a:ext cx="3291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① 拨一下区域。</a:t>
            </a:r>
            <a:r>
              <a:rPr sz="12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武汉 → 广州：看这条刻度越过触发线。</a:t>
            </a:r>
          </a:p>
          <a:p>
            <a:pPr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② 读保单 #0。</a:t>
            </a:r>
            <a:r>
              <a:rPr sz="12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上海、34mm、判定 DENY、置信度 95。</a:t>
            </a:r>
          </a:p>
          <a:p>
            <a:pPr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③ 粘一个哈希。</a:t>
            </a:r>
            <a:r>
              <a:rPr sz="12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进核验台，直接向节点要原始记录。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线上页面直连 BOT Chain 测试网 968 的节点，没有服务器、没有区块浏览器、没有缓存。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这不是失败。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0"/>
              </a:spcAft>
            </a:pPr>
            <a:r>
              <a:rPr sz="36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这是它没有为了演示而撒谎。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114800"/>
            <a:ext cx="2926080" cy="254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43484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保单 #0 · 上海 · 34mm → DENY · 置信度 95 · 交易 0x867ad825…c20ba0（真实链上数据，不是预录）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AI 第一件事 · 喂价门禁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让写进链上的那个数，值得信。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三个独立预报模型交叉核验。</a:t>
            </a:r>
            <a:r>
              <a:rPr sz="13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ECMWF / GFS / ICON 各算一遍；多数对不上，就不写进链。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今天下午，它真的拒收过一次。</a:t>
            </a:r>
            <a:r>
              <a:rPr sz="13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广州三个模型 42.4 / 56.5 / 88.2mm，差 45.8mm ≫ 容差 11.3mm → 判 diverge，调 rejectFeed 留证。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链上那个数，一动没动。</a:t>
            </a:r>
            <a:r>
              <a:rPr sz="13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累计值仍是 50mm —— 拒收本身也是一个上链动作。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交易 0x9e3f4b1c5fe9c0de74aa5dea420a45f99562bfd2d27cc2d0820679e6b6844a9f · 区块 11,860,989 · FeedRejected(region 4, confidence 40, sources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AI 第二件事 · 判定复核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链上的数字，和三个模型背离超过 60%，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27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就不赔。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65836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R1–R5 是确定性规则，不是大模型随口说。</a:t>
            </a:r>
            <a:r>
              <a:rPr sz="13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最值钱的一条是 R2：偏离超过 60% 直接判 DENY。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大模型只写人话解释，解释不进哈希。</a:t>
            </a:r>
            <a:r>
              <a:rPr sz="13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换一份快照，inputHash 必然变。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同一份快照重跑，outputHash 逐字节一致。</a:t>
            </a:r>
            <a:r>
              <a:rPr sz="13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check-ai.js 会当场验给你看。</a:t>
            </a:r>
          </a:p>
        </p:txBody>
      </p:sp>
      <p:pic>
        <p:nvPicPr>
          <p:cNvPr id="5" name="Picture 4" descr="三模型交叉-R1R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108960"/>
            <a:ext cx="3566160" cy="19566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4924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真实数据案例：上海 34mm → DENY 95；注入模拟的成都 120mm → PAY，模拟标记写进证据哈希。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AI 第三件事 · 承保定价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11 年 · 五座城市 · 每小时的雨，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27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算出一个价格。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80360"/>
            <a:ext cx="1962851" cy="146304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081528"/>
            <a:ext cx="159709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10%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保本线（10 倍杠杆）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968691" y="2880360"/>
            <a:ext cx="1962851" cy="146304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1571" y="3081528"/>
            <a:ext cx="159709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FD9A5"/>
                </a:solidFill>
                <a:latin typeface="微软雅黑"/>
                <a:ea typeface="微软雅黑"/>
                <a:cs typeface="微软雅黑"/>
              </a:rPr>
              <a:t>2.27%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北京 · 安全</a:t>
            </a:r>
          </a:p>
        </p:txBody>
      </p:sp>
      <p:sp>
        <p:nvSpPr>
          <p:cNvPr id="8" name="Rectangle 7"/>
          <p:cNvSpPr/>
          <p:nvPr/>
        </p:nvSpPr>
        <p:spPr>
          <a:xfrm>
            <a:off x="5114422" y="2880360"/>
            <a:ext cx="1962851" cy="146304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97302" y="3081528"/>
            <a:ext cx="159709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FD9A5"/>
                </a:solidFill>
                <a:latin typeface="微软雅黑"/>
                <a:ea typeface="微软雅黑"/>
                <a:cs typeface="微软雅黑"/>
              </a:rPr>
              <a:t>3.72%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成都 · 安全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0153" y="2880360"/>
            <a:ext cx="1962851" cy="146304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033" y="3081528"/>
            <a:ext cx="159709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FD9A5"/>
                </a:solidFill>
                <a:latin typeface="微软雅黑"/>
                <a:ea typeface="微软雅黑"/>
                <a:cs typeface="微软雅黑"/>
              </a:rPr>
              <a:t>4.76%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武汉 · 安全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05884" y="2880360"/>
            <a:ext cx="1962851" cy="146304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88764" y="3081528"/>
            <a:ext cx="159709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836F"/>
                </a:solidFill>
                <a:latin typeface="微软雅黑"/>
                <a:ea typeface="微软雅黑"/>
                <a:cs typeface="微软雅黑"/>
              </a:rPr>
              <a:t>11.57%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广州 · 越线 → 加价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触发概率低于 10% 才保本；广州 95% 区间 9.35%–13.88%，所以链上单独加价（0.0020 RISK_LOADED）。这是精算给产品的定价权。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One more 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链上一落保单，AI 就自己做一次独立复核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6766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PolicyBought 一触发，五项检查跑一遍。</a:t>
            </a:r>
            <a:r>
              <a:rPr sz="12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窗口是否在 24/48/72 内 · 基线单调 · 喂价新鲜度 ≤ 24h · 三模型是否认这份形势 · 与中位数背离 ≤ 60%。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reviewHash = keccak256(canonical(review))。</a:t>
            </a:r>
            <a:r>
              <a:rPr sz="12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进哈希的链上值全部取自投保所在区块，喂价窗口写死 —— 换个扫描窗口重跑，哈希不变。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它不碰链上状态。</a:t>
            </a:r>
            <a:r>
              <a:rPr sz="12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不改、不阻断、也不代替判定 —— 这是一条证据链，不是第四个执行者。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029200"/>
            <a:ext cx="5181447" cy="91440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230368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8 份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两条链已留痕（Sepolia 2 / BOT 6）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187287" y="5029200"/>
            <a:ext cx="5181447" cy="91440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0167" y="5230368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FD9A5"/>
                </a:solidFill>
                <a:latin typeface="微软雅黑"/>
                <a:ea typeface="微软雅黑"/>
                <a:cs typeface="微软雅黑"/>
              </a:rPr>
              <a:t>19 项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喂价闸门 + 承保复核断言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传统方案 vs 雨证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423160"/>
          <a:ext cx="1045159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206240"/>
                <a:gridCol w="4873752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传统骑手天气险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雨证 RainProof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定损依据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报案 + 查勘 + 核赔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保单期内该区域降水增量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定损成本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与赔款同量级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一次链上读，约 2.5e-4 ETH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到账周期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以周计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判定上链之后当场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谁来触发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理赔员决定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claim 权限开放，任何人可触发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可核验性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内部系统，事后无法复算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事件、哈希、留痕全在链上，第三方可复算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覆盖人群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风控筛掉高风险城市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参数化定价，高风险城市可保（加价）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「把定损成本降到接近零」，说的就是从第一行到第二行的这个变化。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但我们发现了更重要的一件事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决定价格的，不是风险，是成本。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06040"/>
            <a:ext cx="5181447" cy="141732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807208"/>
            <a:ext cx="4815687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836F"/>
                </a:solidFill>
                <a:latin typeface="微软雅黑"/>
                <a:ea typeface="微软雅黑"/>
                <a:cs typeface="微软雅黑"/>
              </a:rPr>
              <a:t>≈ 2.5e-4 ETH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每笔上链的固定成本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6187287" y="2606040"/>
            <a:ext cx="5181447" cy="141732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0167" y="2807208"/>
            <a:ext cx="4815687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FD9A5"/>
                </a:solidFill>
                <a:latin typeface="微软雅黑"/>
                <a:ea typeface="微软雅黑"/>
                <a:cs typeface="微软雅黑"/>
              </a:rPr>
              <a:t>9.08e-6 ~ 1.236e-4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分档后的公平保费（全部低于地板）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五座城市 × 三档期限，风险折算出来的价格全都低于保费地板 —— 定价的瓶颈不是风险，而是那一笔固定成本。反过来说：链上的成本降一个量级，这个产品的价格就能降一个量级。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720000">
            <a:off x="182880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720000">
            <a:off x="749808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720000">
            <a:off x="1316736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720000">
            <a:off x="1883664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720000">
            <a:off x="2450592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">
            <a:off x="3017520" y="-365760"/>
            <a:ext cx="9525" cy="7498079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雨是数据。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0"/>
              </a:spcAft>
            </a:pPr>
            <a:r>
              <a:rPr sz="33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判定是代码。打款是自动的。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77639"/>
            <a:ext cx="2926080" cy="254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规则和证据都在链上，你自己验。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B0FF"/>
                </a:solidFill>
                <a:latin typeface="微软雅黑"/>
                <a:ea typeface="微软雅黑"/>
                <a:cs typeface="微软雅黑"/>
              </a:rPr>
              <a:t>演示页  https://juice-butterfly.github.io/rainproof/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源码    github.com/juice-butterfly/rainproof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核验    单文件核验台 · 两条链 · 8 份可复算的 AI 留痕</a:t>
            </a:r>
          </a:p>
        </p:txBody>
      </p:sp>
      <p:pic>
        <p:nvPicPr>
          <p:cNvPr id="12" name="Picture 11" descr="演示站二维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069080"/>
            <a:ext cx="1554480" cy="1554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21240" y="57150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扫码进演示站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四个卡点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为什么到今天，还是没人做这件事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331720"/>
          <a:ext cx="1054303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754880"/>
                <a:gridCol w="3639312"/>
              </a:tblGrid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卡点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具体表现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雨证的回应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定损成本 &gt; 赔款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一个骑手赔几十元，查勘一次是同量级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不查勘：只读链上降水增量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损失根本核不了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没有平台订单数据，证明不了「少赚了」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不核个人损失：区域参数化触发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逆选择与骗赔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看着要下雨才投保，事后补单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冷静期 + 喂价新鲜度 ≤ 24h + 必须窗口前投保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身份与凭据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众包骑手与平台的关系不稳定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v2 白名单（默认关闭）／B2B2C 走平台 attestation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5321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四条里有三条是「成本与激励」问题，只有最后一条是「身份」问题 —— 所以我们先打成本这一层。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为谁做的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平台众包骑手：按单计酬，不出勤就是零收入。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3393338" cy="137160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87168"/>
            <a:ext cx="302757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336 万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月均有单骑手（美团研究院 2024）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399178" y="2286000"/>
            <a:ext cx="3393338" cy="137160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2058" y="2487168"/>
            <a:ext cx="302757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0836F"/>
                </a:solidFill>
                <a:latin typeface="微软雅黑"/>
                <a:ea typeface="微软雅黑"/>
                <a:cs typeface="微软雅黑"/>
              </a:rPr>
              <a:t>6.8 倍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雨天配送事故率（泰国骑手研究 OR = 6.79）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5396" y="2286000"/>
            <a:ext cx="3393338" cy="137160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8276" y="2487168"/>
            <a:ext cx="302757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5 座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首批城市：武汉 / 上海 / 北京 / 广州 / 成都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1054577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他们不是雇员。</a:t>
            </a:r>
            <a:r>
              <a:rPr sz="13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没有底薪，现有意外险只保人身伤害，不保收入中断。</a:t>
            </a:r>
          </a:p>
          <a:p>
            <a:pPr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所以我们要保的不是「他受伤了」，而是「这场雨让他没法接单」。</a:t>
            </a:r>
            <a:r>
              <a:rPr sz="13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而这正好是一个只靠公开数据就能判定的问题。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技术方案与架构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五层架构：接缝是哈希，不是模型。</a:t>
            </a:r>
          </a:p>
        </p:txBody>
      </p:sp>
      <p:pic>
        <p:nvPicPr>
          <p:cNvPr id="4" name="Picture 3" descr="架构五层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5394960" cy="4427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7960" y="1828800"/>
            <a:ext cx="48463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数据来源单一化。</a:t>
            </a:r>
            <a:r>
              <a:rPr sz="11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链上只接受一个喂价入口，其余一律拒收。</a:t>
            </a:r>
          </a:p>
          <a:p>
            <a:pPr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哈希是唯一的跨层契约。</a:t>
            </a:r>
            <a:r>
              <a:rPr sz="11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层与层之间只交换哈希，不交换文本。</a:t>
            </a:r>
          </a:p>
          <a:p>
            <a:pPr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写链操作只有一个出口。</a:t>
            </a:r>
            <a:r>
              <a:rPr sz="11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keeper 轮询 + 三模型交叉，写链前先算 canonical 哈希。</a:t>
            </a:r>
          </a:p>
          <a:p>
            <a:pPr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v2 的九项改动全部落在这一层。</a:t>
            </a:r>
            <a:r>
              <a:rPr sz="11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A1 保费网格 / A3 敞口上限 / A4 冷静期 / A4b 喂价新鲜度 / A5 来源数 / A6 敞口账本 / A7 国标分档 / A8 白名单 / A9 productId。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三笔证据 · 两条链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不赔的那一笔，比赔了的那一笔更值钱。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40280"/>
          <a:ext cx="10543032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926080"/>
                <a:gridCol w="7068312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落在哪里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数据与结果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Sepolia 真链 11155111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上海 34mm（真实数据）→ DENY · 置信 95 · 一分不赔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Sepolia 真链 11155111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成都 6 → 120mm（注入模拟暴雨，标记写进证据哈希）→ PAY 94 · 赔付 0.01 ETH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本地回放链（真实历史数据）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武汉 2024-06-27 ~ 06-29 真实累计 230mm · simulated = false → PAY 76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4617720"/>
            <a:ext cx="5181447" cy="109728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818888"/>
            <a:ext cx="481568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FD9A5"/>
                </a:solidFill>
                <a:latin typeface="微软雅黑"/>
                <a:ea typeface="微软雅黑"/>
                <a:cs typeface="微软雅黑"/>
              </a:rPr>
              <a:t>≈ 0.00025 ETH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含判定与赔付的链上总成本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6187287" y="4617720"/>
            <a:ext cx="5181447" cy="109728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0167" y="4818888"/>
            <a:ext cx="481568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2.5%</a:t>
            </a: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占 0.01 ETH 赔付额的比例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70448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第三笔不是链上交易：它跑在本地回放链上（chainId 伪装成 11155111），数据是 Open-Meteo 的真实历史数据 —— 我们不会把它说成「链上赔付」。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v2 承保层 · 按国标分档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赔付不再是一口价：按 GB/T 28592-2012 分三档。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86000"/>
          <a:ext cx="10543031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737360"/>
                <a:gridCol w="1097280"/>
                <a:gridCol w="2377440"/>
                <a:gridCol w="4050791"/>
              </a:tblGrid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档位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国标阈值（24h）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赔付比例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72h 窗口下的等效阈值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 年实测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暴雨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 mm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50%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150 mm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会触发 —— 演示与历史回放都在这一档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大暴雨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 mm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75%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 mm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五城 11 年里几乎没有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特大暴雨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250 mm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100%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750 mm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 年未出现（武汉极值 392 mm）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21208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门槛写死成 constant，敞口按档计入 openExposure；0 档赔 50%，即 0.005 ETH。目标赔付率 60%，余下 40% 覆盖成本与利润 —— 按此重定价，五城实际赔付率可以落到 53%–60%。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商业模式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骑手自己不付钱。付钱的是有合规与舆情压力的一方。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377440"/>
          <a:ext cx="594360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840480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谁付钱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骑手自付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不推荐：单价低，获客成本高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平台 / 众包服务商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首选：一次决策覆盖成千上万骑手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保险公司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第二阶段：成为它的参数化承保能力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40880" y="2377440"/>
            <a:ext cx="43434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区域分散。</a:t>
            </a:r>
            <a:r>
              <a:rPr sz="11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单城风险不相关，看组合口径而不是单城口径。</a:t>
            </a:r>
          </a:p>
          <a:p>
            <a:pPr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动态定价。</a:t>
            </a:r>
            <a:r>
              <a:rPr sz="11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区域 × 时长 × 季节的三维网格。</a:t>
            </a:r>
          </a:p>
          <a:p>
            <a:pPr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再保险。</a:t>
            </a:r>
            <a:r>
              <a:rPr sz="11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广州水文年 72h 触发频率 6.77%–16.10%，可以分层分出。</a:t>
            </a:r>
          </a:p>
          <a:p>
            <a:pPr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扩品类。</a:t>
            </a:r>
            <a:r>
              <a:rPr sz="11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同一套骨架可移植到高温 ≥ 40℃、大风 17.2 m/s、空气质量。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一页读完全部参数（全部读链，不是宣传材料）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325880"/>
          <a:ext cx="10451592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846320"/>
                <a:gridCol w="3867912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值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出处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每笔赔付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0.01 ETH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constant，部署后不可改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触发阈值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 mm / 24h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constant；v2 按 GB/T 28592-2012 分三档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保障期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 / 48 / 72 小时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v2 A1，合约 require 限定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保费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0.0002（地板）~ 0.0020 ETH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链上 premiumGrid + MIN_PREMIUM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单骑手上限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笔 / 0.02 ETH 在保敞口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v2 A3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准备金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reserveOf() = max(reserve, openExposure)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v2 A6，自动下限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白名单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默认关闭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v2 A8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3949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两条链：BOT Chain 测试网 968 是演示页读的那一条（v2 承保层，九项改动，彩排 25 项断言全绿）；Sepolia 11155111 上是第一阶段的 v1 留痕（真实数据 DENY 在这里）。地址同为 0x89e7C942535930B61cB61631051E8b0bD670596a —— 同一个地址在两条链上是两个合约，绝不混写；数值单位在 Sepolia 上是 ETH、在 BOT Chain 上是 BOT（合约常量同一套）。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附录 · 后续规划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四阶段：从国标分档，到险种活化。</a:t>
            </a:r>
          </a:p>
        </p:txBody>
      </p:sp>
      <p:pic>
        <p:nvPicPr>
          <p:cNvPr id="4" name="Picture 3" descr="路线图四阶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5394960" cy="4427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7960" y="1828800"/>
            <a:ext cx="48463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v2 九项已落地并部署。</a:t>
            </a:r>
            <a:r>
              <a:rPr sz="11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BOT Chain 测试网 968：0x89e7C942…596a —— 与 Sepolia 同址，但是两个合约。</a:t>
            </a:r>
          </a:p>
          <a:p>
            <a:pPr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e2e_v2 101 项断言全绿。</a:t>
            </a:r>
            <a:r>
              <a:rPr sz="11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真链彩排 25 项全过：保费网格、敞口上限、国标分档、第三方 claim。</a:t>
            </a:r>
          </a:p>
          <a:p>
            <a:pPr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02 / 03 / 04 还没排期。</a:t>
            </a:r>
            <a:r>
              <a:rPr sz="11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防逆选择（冷静期已实现，其余待做）、身份认定（需商务落地）、险种活化（验证后启动）。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附录 · 诚实边界（六条，每条都带处置）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234440"/>
          <a:ext cx="1054303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416552"/>
              </a:tblGrid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边界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现在是什么样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B0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怎么处置</a:t>
                      </a:r>
                    </a:p>
                  </a:txBody>
                  <a:tcPr marL="118872" marR="118872" marT="27432" marB="27432">
                    <a:solidFill>
                      <a:srgbClr val="101E3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身份无校验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没有 KYC，任何人都能买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B2B2C + 平台 attestation 白名单（v2 A8，默认关闭）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保费曾与时长无关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 里 1h 与 72h 同一个价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v2 A1：区域 × 时长 网格，只卖 24/48/72 + 地板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预言机与判定是单点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目前由单一运营方写数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3-reporter 2/3 多签 → TEE / zkML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 准备金没有自动规则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「卫兵」已实现，但 reserve 手工设定，当前为 0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v2 已自动化：reserveOf() = max(reserve, openExposure)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赔付条件曾不联动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 的 claim 不看有没有 AI 判定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v2 已把「已有 PAY 判定」变成 claim 的前提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L1 主网经济不成立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E9F0F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北京档 0.0004 ETH &lt; 投保自身 0.00046 ETH 手续费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A9BAC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换低 gas 的 EVM 链 / L2（BOT Chain 968 已部署）</a:t>
                      </a:r>
                    </a:p>
                  </a:txBody>
                  <a:tcPr marL="118872" marR="118872" marT="27432" marB="27432">
                    <a:solidFill>
                      <a:srgbClr val="0C172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附录 · 可当场复算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E9F0F8"/>
                </a:solidFill>
                <a:latin typeface="微软雅黑"/>
                <a:ea typeface="微软雅黑"/>
                <a:cs typeface="微软雅黑"/>
              </a:rPr>
              <a:t>你现在就能验的三件事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5394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跑一遍断言。</a:t>
            </a:r>
            <a:r>
              <a:rPr sz="12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九套共 426 项，全绿。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重算一份哈希。</a:t>
            </a:r>
            <a:r>
              <a:rPr sz="12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8 份 AI 判定留痕，输入与输出哈希可逐字节重算。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1">
                <a:solidFill>
                  <a:srgbClr val="FFC857"/>
                </a:solidFill>
                <a:latin typeface="微软雅黑"/>
                <a:ea typeface="微软雅黑"/>
                <a:cs typeface="微软雅黑"/>
              </a:rPr>
              <a:t>自己问节点。</a:t>
            </a:r>
            <a:r>
              <a:rPr sz="125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两个页面都不是区块浏览器，没有缓存，直接向 RPC 要原始记录。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37960" y="2286000"/>
            <a:ext cx="4828032" cy="3017520"/>
          </a:xfrm>
          <a:prstGeom prst="rect">
            <a:avLst/>
          </a:prstGeom>
          <a:solidFill>
            <a:srgbClr val="0C1725"/>
          </a:solidFill>
          <a:ln w="9525">
            <a:solidFill>
              <a:srgbClr val="22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12280" y="2468880"/>
            <a:ext cx="42976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当场可复算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cd 07-测试工具 &amp;&amp; npm test —— 九套 426 项断言（8 + 29 + 27 + 19 + 9 + 73 + 101 + 73 + 87）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node check-feed-verify.js —— 喂价闸门 12 项 + 承保复核 7 项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node push-rainfall.js 4 —— 真跑一遍喂价，走闸门、必要时拒收</a:t>
            </a:r>
          </a:p>
          <a:p>
            <a:pPr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0">
                <a:solidFill>
                  <a:srgbClr val="A9BACB"/>
                </a:solidFill>
                <a:latin typeface="微软雅黑"/>
                <a:ea typeface="微软雅黑"/>
                <a:cs typeface="微软雅黑"/>
              </a:rPr>
              <a:t>09-AI判定留痕/ —— 8 份 JSON，哈希可当场重算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雨证 · RainProof</a:t>
            </a:r>
            <a:r>
              <a:rPr sz="900" b="0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      队伍 神麻 · 汉客松 S1 &amp; ETH Wuhan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38251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93A9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